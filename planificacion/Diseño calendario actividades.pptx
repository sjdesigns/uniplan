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4B4E6-DBBA-6318-3FC7-D802327C4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68D6CF-64D3-9289-DE68-6E0A78C12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0A039-63C6-4123-6260-818534FB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079ED-0D8B-068D-89A0-F74AD117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0144E-072B-B6BE-6BAC-3A45855C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801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50246-2BB1-99D6-B4DD-232639A7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0A496F-5A00-A080-91AE-C921A252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BB27C-942B-B94A-A167-7EA54801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C6647-8AED-852D-6161-DBE1870D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3C7E0-7F81-024F-D602-2E682F35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822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620CE-904F-3851-FBBD-4C29B47E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33D743-3DA5-E3FF-52ED-ECB24356B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B411FF-334F-807E-94E6-530324B1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2A288-199F-295E-8807-32E52A9F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2ABB15-2E8B-74AF-4478-2A3712AF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75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613AA-3AA8-D2D6-5114-DB7ED72D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CFE21-7C93-C95D-74AF-07AD30F39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4E7FF9-213C-B361-549C-EC36C8DF4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05D33D-7BD2-A592-4024-8C2B7FE8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FF094B-A88C-685F-3F24-E5C55A9C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8B99E1-111D-7361-ABFF-754A8907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02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2643-F2A8-CE37-6EAD-2688C372B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EED2E7-74C5-1CC3-E0E8-84F279B6B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A3480D-BE97-3761-DFAE-E2A7F1829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CDA7CEB-20F0-335F-C3EE-48D0F641A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4C214A-ED5D-5AC9-0759-D27F51A18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C1E2D1E-3AA7-5527-5C1C-A22953D8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20DB4C-5CE2-CADB-FF5A-BF9EBAE8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E1BDDA-C0EC-558B-FD42-8A4A6B7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314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C3430-19EF-AF32-1A38-54294350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EE5126-83EF-CC8A-B26B-02F4F5BC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8B0500-EB9A-1520-20E8-9ED221CA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59F256-2B89-7C0C-3E94-AABDD83C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2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52C503-CEED-5B59-CF10-261BE6A5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B836EE-6EEF-D356-58E8-BF4F3D1D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267205-9583-F759-4744-C991408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118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DCCE1-F4A7-2981-924D-C0C3C539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A122D0-67F9-3466-2443-271D1355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1EEED3-F788-2596-82BD-A5DD98EB9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7E76D2-CE1E-CB93-AB3E-9FFEF1CA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4D34BC-743F-AAEB-700E-B970326F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D33E7D-D823-2829-C57B-9ADDDFA0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88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4BB95-CD36-FCDD-D142-C8F12DAE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AC15DF-F465-1868-9A34-7B7E9E177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FDA00-24EC-E81F-5FDD-03EFD28B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EB786B-76A5-BE99-AE0C-54540EBD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EC419D-295B-160A-BE00-AE67CB66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17AB0C-A6ED-4DA7-C380-B3299D8A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30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336B5-19B6-4565-1540-F850AEC8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7A4D4E-7171-EC8D-9579-870DB280C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BDDD1C-8374-8EB1-1491-A4F3E83C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3A2575-5353-236E-3099-9776C128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689181-1C3E-32A1-C012-92301B52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26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886B60-5ABE-460E-15FF-8CB1D5C51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6AD79B-C29E-B4BF-2585-D7D6267EA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DB4D2B-821C-B737-3D70-62FBCED0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218BB-0598-04B5-6D1F-E33B81AAE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6C94F1-D63C-57E0-A5E7-C65BDD77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300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39F80AE-A0E6-F186-A9D6-5C9E796E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8277DD-1B5B-8054-FC1A-2BBF35DC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DCF77-6BC4-F175-5828-0B32ECE28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FA96-3CBB-497D-8C9F-3A1E8E8BC10D}" type="datetimeFigureOut">
              <a:rPr lang="es-ES" smtClean="0"/>
              <a:t>19/07/2025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B8F7F7-D00F-FA58-20C8-6D695D23C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C3ADBB-CFCF-E031-F4F0-CC010D3E9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45DBD-8392-4076-8D6E-5AE073BA87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995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A61EC7-0405-9094-315C-1D68D2CA0371}"/>
              </a:ext>
            </a:extLst>
          </p:cNvPr>
          <p:cNvSpPr txBox="1"/>
          <p:nvPr/>
        </p:nvSpPr>
        <p:spPr>
          <a:xfrm>
            <a:off x="1011677" y="457200"/>
            <a:ext cx="4080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Calendario de actividades en curso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39AE82-1ACE-A1CB-3C6F-BC18EEFCE04D}"/>
              </a:ext>
            </a:extLst>
          </p:cNvPr>
          <p:cNvSpPr/>
          <p:nvPr/>
        </p:nvSpPr>
        <p:spPr>
          <a:xfrm>
            <a:off x="1011676" y="1585608"/>
            <a:ext cx="10564241" cy="535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6F3495-CF12-620D-1DD0-12C6BDBED4FF}"/>
              </a:ext>
            </a:extLst>
          </p:cNvPr>
          <p:cNvSpPr txBox="1"/>
          <p:nvPr/>
        </p:nvSpPr>
        <p:spPr>
          <a:xfrm>
            <a:off x="1112195" y="1688706"/>
            <a:ext cx="2447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Dirección de operaciones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451C7D-324E-A8BD-AF48-118A57C71C72}"/>
              </a:ext>
            </a:extLst>
          </p:cNvPr>
          <p:cNvSpPr/>
          <p:nvPr/>
        </p:nvSpPr>
        <p:spPr>
          <a:xfrm>
            <a:off x="4513635" y="1060315"/>
            <a:ext cx="2354094" cy="535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Actividad 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0D93079-D71D-9940-EC02-C9FF5CC2CA30}"/>
              </a:ext>
            </a:extLst>
          </p:cNvPr>
          <p:cNvSpPr/>
          <p:nvPr/>
        </p:nvSpPr>
        <p:spPr>
          <a:xfrm>
            <a:off x="6867729" y="1057046"/>
            <a:ext cx="2354094" cy="535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Actividad 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F5C6AC2-790E-9EE5-3EB5-29337B93DA98}"/>
              </a:ext>
            </a:extLst>
          </p:cNvPr>
          <p:cNvSpPr/>
          <p:nvPr/>
        </p:nvSpPr>
        <p:spPr>
          <a:xfrm>
            <a:off x="9221824" y="1057046"/>
            <a:ext cx="2354094" cy="535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Actividad 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6A6EEBA-2289-65FD-A2C4-F23ED7817EDB}"/>
              </a:ext>
            </a:extLst>
          </p:cNvPr>
          <p:cNvSpPr/>
          <p:nvPr/>
        </p:nvSpPr>
        <p:spPr>
          <a:xfrm>
            <a:off x="4513627" y="1598606"/>
            <a:ext cx="2354094" cy="5220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02/04/2025  3d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C739B44-25C5-F98F-408D-8758C25F4887}"/>
              </a:ext>
            </a:extLst>
          </p:cNvPr>
          <p:cNvSpPr/>
          <p:nvPr/>
        </p:nvSpPr>
        <p:spPr>
          <a:xfrm>
            <a:off x="6867729" y="1595337"/>
            <a:ext cx="2354094" cy="522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18/05/2025  15d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9AD74C7-67DC-E890-3DF8-A24C06F8D4CF}"/>
              </a:ext>
            </a:extLst>
          </p:cNvPr>
          <p:cNvSpPr/>
          <p:nvPr/>
        </p:nvSpPr>
        <p:spPr>
          <a:xfrm>
            <a:off x="9221824" y="1595336"/>
            <a:ext cx="2354094" cy="522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05/06/2025  42d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24BF44D-CAB8-3541-2B83-BFCE4A55BD5F}"/>
              </a:ext>
            </a:extLst>
          </p:cNvPr>
          <p:cNvSpPr/>
          <p:nvPr/>
        </p:nvSpPr>
        <p:spPr>
          <a:xfrm>
            <a:off x="1011676" y="2114172"/>
            <a:ext cx="10564241" cy="535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6657AE4-24D4-53CD-E3D4-2983208DC0AE}"/>
              </a:ext>
            </a:extLst>
          </p:cNvPr>
          <p:cNvSpPr txBox="1"/>
          <p:nvPr/>
        </p:nvSpPr>
        <p:spPr>
          <a:xfrm>
            <a:off x="1112195" y="2217270"/>
            <a:ext cx="2115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Dirección financiera II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CADC9E4-2888-FF07-54FA-BC3D8FEE1613}"/>
              </a:ext>
            </a:extLst>
          </p:cNvPr>
          <p:cNvSpPr/>
          <p:nvPr/>
        </p:nvSpPr>
        <p:spPr>
          <a:xfrm>
            <a:off x="4513627" y="2127170"/>
            <a:ext cx="2354094" cy="5220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No entregada -15d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897E799-0F45-FE5C-2F64-6AE72AC70C2C}"/>
              </a:ext>
            </a:extLst>
          </p:cNvPr>
          <p:cNvSpPr/>
          <p:nvPr/>
        </p:nvSpPr>
        <p:spPr>
          <a:xfrm>
            <a:off x="6867729" y="2123901"/>
            <a:ext cx="2354094" cy="5220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Entregada -3d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1A24BF-A853-1016-30AA-742E8AC592BF}"/>
              </a:ext>
            </a:extLst>
          </p:cNvPr>
          <p:cNvSpPr/>
          <p:nvPr/>
        </p:nvSpPr>
        <p:spPr>
          <a:xfrm>
            <a:off x="9221824" y="2123900"/>
            <a:ext cx="2354094" cy="52202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05/06/2025  42d</a:t>
            </a:r>
          </a:p>
        </p:txBody>
      </p:sp>
    </p:spTree>
    <p:extLst>
      <p:ext uri="{BB962C8B-B14F-4D97-AF65-F5344CB8AC3E}">
        <p14:creationId xmlns:p14="http://schemas.microsoft.com/office/powerpoint/2010/main" val="4131310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CE5630C-1F99-2672-1476-61058E857AAB}"/>
              </a:ext>
            </a:extLst>
          </p:cNvPr>
          <p:cNvSpPr/>
          <p:nvPr/>
        </p:nvSpPr>
        <p:spPr>
          <a:xfrm>
            <a:off x="933856" y="1371600"/>
            <a:ext cx="10068128" cy="54474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23DE05-62FC-A88D-3AEF-B5D07EBE2FAB}"/>
              </a:ext>
            </a:extLst>
          </p:cNvPr>
          <p:cNvSpPr txBox="1"/>
          <p:nvPr/>
        </p:nvSpPr>
        <p:spPr>
          <a:xfrm>
            <a:off x="1011677" y="505838"/>
            <a:ext cx="3929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Listado de actividades a entregar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8CE41C-2C46-C0B6-1294-FBE3F4CB337D}"/>
              </a:ext>
            </a:extLst>
          </p:cNvPr>
          <p:cNvSpPr txBox="1"/>
          <p:nvPr/>
        </p:nvSpPr>
        <p:spPr>
          <a:xfrm>
            <a:off x="2208180" y="1459308"/>
            <a:ext cx="312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Dirección de operaciones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80B8A6-5C3A-8A3D-2741-C729AB8A45D1}"/>
              </a:ext>
            </a:extLst>
          </p:cNvPr>
          <p:cNvSpPr txBox="1"/>
          <p:nvPr/>
        </p:nvSpPr>
        <p:spPr>
          <a:xfrm>
            <a:off x="1316476" y="1459308"/>
            <a:ext cx="89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Act 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8CBA5B-EC33-7C89-C41E-53FBF97CD09B}"/>
              </a:ext>
            </a:extLst>
          </p:cNvPr>
          <p:cNvSpPr/>
          <p:nvPr/>
        </p:nvSpPr>
        <p:spPr>
          <a:xfrm>
            <a:off x="5765259" y="1371600"/>
            <a:ext cx="2178996" cy="5447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24/03/2025  3d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2DEDF6-4CC2-B49B-B9FE-986E7E4E9244}"/>
              </a:ext>
            </a:extLst>
          </p:cNvPr>
          <p:cNvSpPr txBox="1"/>
          <p:nvPr/>
        </p:nvSpPr>
        <p:spPr>
          <a:xfrm>
            <a:off x="9628762" y="1459308"/>
            <a:ext cx="107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6 puntos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6ECE036-22B7-DAC0-164C-EADCD0213DEB}"/>
              </a:ext>
            </a:extLst>
          </p:cNvPr>
          <p:cNvSpPr/>
          <p:nvPr/>
        </p:nvSpPr>
        <p:spPr>
          <a:xfrm>
            <a:off x="933856" y="1916348"/>
            <a:ext cx="10068128" cy="54474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6F41AC-18D5-B412-8B83-A3B778E852D0}"/>
              </a:ext>
            </a:extLst>
          </p:cNvPr>
          <p:cNvSpPr txBox="1"/>
          <p:nvPr/>
        </p:nvSpPr>
        <p:spPr>
          <a:xfrm>
            <a:off x="2208180" y="2004056"/>
            <a:ext cx="312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Dirección financiera II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38A6B1-88DD-BB71-4D8D-CE9EF9FA70A5}"/>
              </a:ext>
            </a:extLst>
          </p:cNvPr>
          <p:cNvSpPr txBox="1"/>
          <p:nvPr/>
        </p:nvSpPr>
        <p:spPr>
          <a:xfrm>
            <a:off x="1316476" y="2004056"/>
            <a:ext cx="89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Act 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68F4F69-D7C8-8CB3-9053-A92F21360C65}"/>
              </a:ext>
            </a:extLst>
          </p:cNvPr>
          <p:cNvSpPr/>
          <p:nvPr/>
        </p:nvSpPr>
        <p:spPr>
          <a:xfrm>
            <a:off x="5765259" y="1916348"/>
            <a:ext cx="2178996" cy="5447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26/03/2025  3d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4904CE5-B13B-793D-9D38-941060F788F3}"/>
              </a:ext>
            </a:extLst>
          </p:cNvPr>
          <p:cNvSpPr txBox="1"/>
          <p:nvPr/>
        </p:nvSpPr>
        <p:spPr>
          <a:xfrm>
            <a:off x="9546077" y="2004056"/>
            <a:ext cx="12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4.2 puntos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A44F401-9285-FAB4-57B6-D91DD63319E4}"/>
              </a:ext>
            </a:extLst>
          </p:cNvPr>
          <p:cNvSpPr/>
          <p:nvPr/>
        </p:nvSpPr>
        <p:spPr>
          <a:xfrm>
            <a:off x="933856" y="3005683"/>
            <a:ext cx="10068128" cy="54474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7259E86-91F4-361C-8A34-BF759973F171}"/>
              </a:ext>
            </a:extLst>
          </p:cNvPr>
          <p:cNvSpPr txBox="1"/>
          <p:nvPr/>
        </p:nvSpPr>
        <p:spPr>
          <a:xfrm>
            <a:off x="5967920" y="3093391"/>
            <a:ext cx="312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Dirección financiera II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1A46960-3B7B-3C54-B5E5-5F6AF81EDD57}"/>
              </a:ext>
            </a:extLst>
          </p:cNvPr>
          <p:cNvSpPr txBox="1"/>
          <p:nvPr/>
        </p:nvSpPr>
        <p:spPr>
          <a:xfrm>
            <a:off x="5076216" y="3093391"/>
            <a:ext cx="89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Act 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929C98-03F9-197F-0168-5A7AF1203DA1}"/>
              </a:ext>
            </a:extLst>
          </p:cNvPr>
          <p:cNvSpPr/>
          <p:nvPr/>
        </p:nvSpPr>
        <p:spPr>
          <a:xfrm>
            <a:off x="2597286" y="3005683"/>
            <a:ext cx="2178996" cy="5447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Faltan 3 días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6B8C0CF-1CB5-996D-730F-CE2839D7F786}"/>
              </a:ext>
            </a:extLst>
          </p:cNvPr>
          <p:cNvSpPr txBox="1"/>
          <p:nvPr/>
        </p:nvSpPr>
        <p:spPr>
          <a:xfrm>
            <a:off x="9546077" y="3093391"/>
            <a:ext cx="12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4.2 puntos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3CFC075-D175-D366-C062-180F89CA3D31}"/>
              </a:ext>
            </a:extLst>
          </p:cNvPr>
          <p:cNvSpPr txBox="1"/>
          <p:nvPr/>
        </p:nvSpPr>
        <p:spPr>
          <a:xfrm>
            <a:off x="1142998" y="3093391"/>
            <a:ext cx="145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26/04/2025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B83F813-EF36-AF20-6F43-DFA1B7ADF4F1}"/>
              </a:ext>
            </a:extLst>
          </p:cNvPr>
          <p:cNvSpPr/>
          <p:nvPr/>
        </p:nvSpPr>
        <p:spPr>
          <a:xfrm>
            <a:off x="933856" y="3550431"/>
            <a:ext cx="10068128" cy="54474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DC4AD9B-09D4-EC66-5120-960519B9AF2D}"/>
              </a:ext>
            </a:extLst>
          </p:cNvPr>
          <p:cNvSpPr txBox="1"/>
          <p:nvPr/>
        </p:nvSpPr>
        <p:spPr>
          <a:xfrm>
            <a:off x="5967920" y="3638139"/>
            <a:ext cx="312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Dirección de operaciones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83E58AD-845A-74F3-3263-9E0DDBD3D419}"/>
              </a:ext>
            </a:extLst>
          </p:cNvPr>
          <p:cNvSpPr txBox="1"/>
          <p:nvPr/>
        </p:nvSpPr>
        <p:spPr>
          <a:xfrm>
            <a:off x="5076216" y="3638139"/>
            <a:ext cx="89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Act 1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56F8AB2-6415-BB4C-0ED2-BE178B196FDA}"/>
              </a:ext>
            </a:extLst>
          </p:cNvPr>
          <p:cNvSpPr/>
          <p:nvPr/>
        </p:nvSpPr>
        <p:spPr>
          <a:xfrm>
            <a:off x="2597286" y="3550431"/>
            <a:ext cx="2178996" cy="5447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Faltan 5 días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9F84924-F787-4A82-7138-4C3CDAB942D6}"/>
              </a:ext>
            </a:extLst>
          </p:cNvPr>
          <p:cNvSpPr txBox="1"/>
          <p:nvPr/>
        </p:nvSpPr>
        <p:spPr>
          <a:xfrm>
            <a:off x="9546077" y="3638139"/>
            <a:ext cx="12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3.8 puntos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0A723F0-4F9A-4CBD-B045-A3C141E64D96}"/>
              </a:ext>
            </a:extLst>
          </p:cNvPr>
          <p:cNvSpPr txBox="1"/>
          <p:nvPr/>
        </p:nvSpPr>
        <p:spPr>
          <a:xfrm>
            <a:off x="1142998" y="3638139"/>
            <a:ext cx="145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28/04/2025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2905A5F-4F05-7CF0-D2CB-6D8E1D854809}"/>
              </a:ext>
            </a:extLst>
          </p:cNvPr>
          <p:cNvSpPr/>
          <p:nvPr/>
        </p:nvSpPr>
        <p:spPr>
          <a:xfrm>
            <a:off x="933856" y="4772874"/>
            <a:ext cx="10068128" cy="54474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EAEB79F-1C73-91D5-639F-AFC0C6A5A25F}"/>
              </a:ext>
            </a:extLst>
          </p:cNvPr>
          <p:cNvSpPr txBox="1"/>
          <p:nvPr/>
        </p:nvSpPr>
        <p:spPr>
          <a:xfrm>
            <a:off x="3595995" y="4860582"/>
            <a:ext cx="312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Dirección financiera II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C69B270-1C1B-F286-6F21-7F7F9D552E2B}"/>
              </a:ext>
            </a:extLst>
          </p:cNvPr>
          <p:cNvSpPr txBox="1"/>
          <p:nvPr/>
        </p:nvSpPr>
        <p:spPr>
          <a:xfrm>
            <a:off x="2704291" y="4860582"/>
            <a:ext cx="89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Act 1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07E55ED-71CE-55CD-0697-6269D2D2A81B}"/>
              </a:ext>
            </a:extLst>
          </p:cNvPr>
          <p:cNvSpPr/>
          <p:nvPr/>
        </p:nvSpPr>
        <p:spPr>
          <a:xfrm>
            <a:off x="6992568" y="4772874"/>
            <a:ext cx="2178996" cy="5447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Faltan 3 días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DC983B4-4E2D-8CA1-B625-9D6DFB937DF7}"/>
              </a:ext>
            </a:extLst>
          </p:cNvPr>
          <p:cNvSpPr txBox="1"/>
          <p:nvPr/>
        </p:nvSpPr>
        <p:spPr>
          <a:xfrm>
            <a:off x="9546077" y="4860582"/>
            <a:ext cx="12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4.2 puntos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AB70905-20D6-71DB-FD50-BD8EDD0AC88D}"/>
              </a:ext>
            </a:extLst>
          </p:cNvPr>
          <p:cNvSpPr txBox="1"/>
          <p:nvPr/>
        </p:nvSpPr>
        <p:spPr>
          <a:xfrm>
            <a:off x="1142998" y="4860582"/>
            <a:ext cx="145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26/04/2025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C46F89A-BAFF-7FB4-ECCD-A8361747FA21}"/>
              </a:ext>
            </a:extLst>
          </p:cNvPr>
          <p:cNvSpPr/>
          <p:nvPr/>
        </p:nvSpPr>
        <p:spPr>
          <a:xfrm>
            <a:off x="933856" y="5317622"/>
            <a:ext cx="10068128" cy="54474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DBCF55-E714-6B8B-6480-779C2EDE89C4}"/>
              </a:ext>
            </a:extLst>
          </p:cNvPr>
          <p:cNvSpPr txBox="1"/>
          <p:nvPr/>
        </p:nvSpPr>
        <p:spPr>
          <a:xfrm>
            <a:off x="3595995" y="5405330"/>
            <a:ext cx="312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Dirección de operaciones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B20A318-F12B-44DC-2037-96C470E9689C}"/>
              </a:ext>
            </a:extLst>
          </p:cNvPr>
          <p:cNvSpPr txBox="1"/>
          <p:nvPr/>
        </p:nvSpPr>
        <p:spPr>
          <a:xfrm>
            <a:off x="2704291" y="5405330"/>
            <a:ext cx="891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Act 1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FDDFD69-6C51-115F-FAC5-A0A29CB1A3BF}"/>
              </a:ext>
            </a:extLst>
          </p:cNvPr>
          <p:cNvSpPr/>
          <p:nvPr/>
        </p:nvSpPr>
        <p:spPr>
          <a:xfrm>
            <a:off x="6994189" y="5317622"/>
            <a:ext cx="2178996" cy="5447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Faltan 5 días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46A11F9-44A3-D4B0-E9C1-40011396A67E}"/>
              </a:ext>
            </a:extLst>
          </p:cNvPr>
          <p:cNvSpPr txBox="1"/>
          <p:nvPr/>
        </p:nvSpPr>
        <p:spPr>
          <a:xfrm>
            <a:off x="9546077" y="5405330"/>
            <a:ext cx="12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3.8 puntos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E8C4633-52E9-C535-F103-C327872417D4}"/>
              </a:ext>
            </a:extLst>
          </p:cNvPr>
          <p:cNvSpPr txBox="1"/>
          <p:nvPr/>
        </p:nvSpPr>
        <p:spPr>
          <a:xfrm>
            <a:off x="1142998" y="5405330"/>
            <a:ext cx="145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28/04/2025</a:t>
            </a:r>
          </a:p>
        </p:txBody>
      </p:sp>
    </p:spTree>
    <p:extLst>
      <p:ext uri="{BB962C8B-B14F-4D97-AF65-F5344CB8AC3E}">
        <p14:creationId xmlns:p14="http://schemas.microsoft.com/office/powerpoint/2010/main" val="337978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7708C6C-5954-C3A3-3A74-5CC8139D6EAF}"/>
              </a:ext>
            </a:extLst>
          </p:cNvPr>
          <p:cNvSpPr txBox="1"/>
          <p:nvPr/>
        </p:nvSpPr>
        <p:spPr>
          <a:xfrm>
            <a:off x="4302454" y="1394364"/>
            <a:ext cx="35870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0:00:00 </a:t>
            </a:r>
            <a:r>
              <a:rPr lang="es-ES" sz="3200" dirty="0"/>
              <a:t>00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92ABCA2-AAA4-528B-A76E-94CD59DB1F04}"/>
              </a:ext>
            </a:extLst>
          </p:cNvPr>
          <p:cNvSpPr/>
          <p:nvPr/>
        </p:nvSpPr>
        <p:spPr>
          <a:xfrm>
            <a:off x="818740" y="3448456"/>
            <a:ext cx="10554511" cy="2743200"/>
          </a:xfrm>
          <a:prstGeom prst="roundRect">
            <a:avLst>
              <a:gd name="adj" fmla="val 569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FB365CD-10E9-934A-BB09-643A5842E040}"/>
              </a:ext>
            </a:extLst>
          </p:cNvPr>
          <p:cNvSpPr/>
          <p:nvPr/>
        </p:nvSpPr>
        <p:spPr>
          <a:xfrm>
            <a:off x="4977317" y="2597285"/>
            <a:ext cx="2237361" cy="47665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Iniciar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9002374-CBDD-121B-58D4-0DF7EA92B09B}"/>
              </a:ext>
            </a:extLst>
          </p:cNvPr>
          <p:cNvSpPr/>
          <p:nvPr/>
        </p:nvSpPr>
        <p:spPr>
          <a:xfrm>
            <a:off x="1235413" y="3745149"/>
            <a:ext cx="2529191" cy="4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Cuenta atrás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B087EF62-1E94-CD61-3492-F8663256F51D}"/>
              </a:ext>
            </a:extLst>
          </p:cNvPr>
          <p:cNvSpPr/>
          <p:nvPr/>
        </p:nvSpPr>
        <p:spPr>
          <a:xfrm>
            <a:off x="3390089" y="3871609"/>
            <a:ext cx="223736" cy="214008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C2CAB2-1204-FE31-5A87-94902E73EDA1}"/>
              </a:ext>
            </a:extLst>
          </p:cNvPr>
          <p:cNvSpPr/>
          <p:nvPr/>
        </p:nvSpPr>
        <p:spPr>
          <a:xfrm>
            <a:off x="2349229" y="4968402"/>
            <a:ext cx="1415375" cy="625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8ED961-A0F5-49F1-F0E8-6ED9361EF9D2}"/>
              </a:ext>
            </a:extLst>
          </p:cNvPr>
          <p:cNvSpPr txBox="1"/>
          <p:nvPr/>
        </p:nvSpPr>
        <p:spPr>
          <a:xfrm>
            <a:off x="2354093" y="4635232"/>
            <a:ext cx="1410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Horas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A366868-E7B9-40A0-0766-6B4B5B003561}"/>
              </a:ext>
            </a:extLst>
          </p:cNvPr>
          <p:cNvSpPr/>
          <p:nvPr/>
        </p:nvSpPr>
        <p:spPr>
          <a:xfrm>
            <a:off x="3989961" y="4968402"/>
            <a:ext cx="1415375" cy="625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D24C52-DB54-B79A-099C-4DC7507999BE}"/>
              </a:ext>
            </a:extLst>
          </p:cNvPr>
          <p:cNvSpPr txBox="1"/>
          <p:nvPr/>
        </p:nvSpPr>
        <p:spPr>
          <a:xfrm>
            <a:off x="3994825" y="4635232"/>
            <a:ext cx="1410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Minutos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6CEE6B4-3DAE-1E42-F61A-6D47B9B5E392}"/>
              </a:ext>
            </a:extLst>
          </p:cNvPr>
          <p:cNvSpPr/>
          <p:nvPr/>
        </p:nvSpPr>
        <p:spPr>
          <a:xfrm>
            <a:off x="5630692" y="4968402"/>
            <a:ext cx="1415375" cy="6250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CCF12B-9318-0224-481D-41253A4BE760}"/>
              </a:ext>
            </a:extLst>
          </p:cNvPr>
          <p:cNvSpPr txBox="1"/>
          <p:nvPr/>
        </p:nvSpPr>
        <p:spPr>
          <a:xfrm>
            <a:off x="5635556" y="4635232"/>
            <a:ext cx="1410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Segundos</a:t>
            </a:r>
          </a:p>
        </p:txBody>
      </p:sp>
    </p:spTree>
    <p:extLst>
      <p:ext uri="{BB962C8B-B14F-4D97-AF65-F5344CB8AC3E}">
        <p14:creationId xmlns:p14="http://schemas.microsoft.com/office/powerpoint/2010/main" val="39193298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107</Words>
  <Application>Microsoft Office PowerPoint</Application>
  <PresentationFormat>Panorámica</PresentationFormat>
  <Paragraphs>47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ÁLVAREZ PÉREZ</dc:creator>
  <cp:lastModifiedBy>SERGIO ÁLVAREZ PÉREZ</cp:lastModifiedBy>
  <cp:revision>4</cp:revision>
  <dcterms:created xsi:type="dcterms:W3CDTF">2025-07-08T19:23:18Z</dcterms:created>
  <dcterms:modified xsi:type="dcterms:W3CDTF">2025-07-19T23:34:59Z</dcterms:modified>
</cp:coreProperties>
</file>